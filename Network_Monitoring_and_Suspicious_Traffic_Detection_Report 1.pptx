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5380" y="259079"/>
            <a:ext cx="9832340" cy="5829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5400">
                <a:solidFill>
                  <a:srgbClr val="000000"/>
                </a:solidFill>
                <a:latin typeface="Aptos Display"/>
              </a:rPr>
              <a:t>Network Monitoring And Suspicious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5710" y="1004569"/>
            <a:ext cx="4550410" cy="458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5400">
                <a:solidFill>
                  <a:srgbClr val="000000"/>
                </a:solidFill>
                <a:latin typeface="Aptos Display"/>
              </a:rPr>
              <a:t>Traffic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2740" y="2600960"/>
            <a:ext cx="3859530" cy="3390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950">
                <a:solidFill>
                  <a:srgbClr val="000000"/>
                </a:solidFill>
                <a:latin typeface="Aptos"/>
              </a:rPr>
              <a:t>Name : Jeevitha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2490" y="3272790"/>
            <a:ext cx="7858759" cy="426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950">
                <a:solidFill>
                  <a:srgbClr val="000000"/>
                </a:solidFill>
                <a:latin typeface="Aptos"/>
              </a:rPr>
              <a:t>Course : B.E.CSE(CYBER SECURITY)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7620" y="3949700"/>
            <a:ext cx="7047230" cy="426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950">
                <a:solidFill>
                  <a:srgbClr val="000000"/>
                </a:solidFill>
                <a:latin typeface="Aptos"/>
              </a:rPr>
              <a:t>Internship : Skillentrix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7340" y="4629150"/>
            <a:ext cx="3910330" cy="337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950">
                <a:solidFill>
                  <a:srgbClr val="000000"/>
                </a:solidFill>
                <a:latin typeface="Aptos"/>
              </a:rPr>
              <a:t>Date : 26/03/2026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5310" y="723900"/>
            <a:ext cx="3371849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6000">
                <a:solidFill>
                  <a:srgbClr val="000000"/>
                </a:solidFill>
                <a:latin typeface="Aptos Display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40" y="2076450"/>
            <a:ext cx="9945369" cy="299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rial"/>
              </a:rPr>
              <a:t>•</a:t>
            </a:r>
            <a:r>
              <a:rPr spc="-100" sz="2750">
                <a:solidFill>
                  <a:srgbClr val="000000"/>
                </a:solidFill>
                <a:latin typeface="Aptos"/>
              </a:rPr>
              <a:t> This project focuses on monitoring network traffic and detecting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240" y="2459990"/>
            <a:ext cx="9353550" cy="299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suspicious activities using packet analysis tools. Wireshark is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240" y="2842260"/>
            <a:ext cx="9767569" cy="298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used to capture and analyze packets, while Python with Scapy is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240" y="3228340"/>
            <a:ext cx="9033510" cy="299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used to perform real-time monitoring. The system identifies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240" y="3611879"/>
            <a:ext cx="9342119" cy="300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unusual patterns such as repeated traffic from a single IP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240" y="3996690"/>
            <a:ext cx="3313430" cy="237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external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8620" y="497840"/>
            <a:ext cx="1130300" cy="370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400">
                <a:solidFill>
                  <a:srgbClr val="000000"/>
                </a:solidFill>
                <a:latin typeface="Aptos Display"/>
              </a:rPr>
              <a:t>AIM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319" y="1233170"/>
            <a:ext cx="10655300" cy="299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 Display"/>
              </a:rPr>
              <a:t>To capture and analyze different network protocols such as TCP, UDP, DNS,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720" y="1673860"/>
            <a:ext cx="3811269" cy="299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 Display"/>
              </a:rPr>
              <a:t>and HTTP using Wireshark.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2877820"/>
            <a:ext cx="313055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950">
                <a:solidFill>
                  <a:srgbClr val="000000"/>
                </a:solidFill>
                <a:latin typeface="Aptos"/>
              </a:rPr>
              <a:t>TOOLS USED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9330" y="3623310"/>
            <a:ext cx="3580129" cy="2717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200">
                <a:solidFill>
                  <a:srgbClr val="000000"/>
                </a:solidFill>
                <a:latin typeface="Aptos"/>
              </a:rPr>
              <a:t>*Wireshark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5190" y="4217670"/>
            <a:ext cx="3639820" cy="2717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200">
                <a:solidFill>
                  <a:srgbClr val="000000"/>
                </a:solidFill>
                <a:latin typeface="Aptos"/>
              </a:rPr>
              <a:t>*Internet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5190" y="4780280"/>
            <a:ext cx="334899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200">
                <a:solidFill>
                  <a:srgbClr val="000000"/>
                </a:solidFill>
                <a:latin typeface="Aptos"/>
              </a:rPr>
              <a:t>*Computer/Laptop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9910" y="882650"/>
            <a:ext cx="5751830" cy="4711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400">
                <a:solidFill>
                  <a:srgbClr val="000000"/>
                </a:solidFill>
                <a:latin typeface="Aptos Display"/>
              </a:rPr>
              <a:t>Network Capture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840" y="2137410"/>
            <a:ext cx="9094469" cy="299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The network traffic was captured using Wireshark on a Wi-Fi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522220"/>
            <a:ext cx="8086089" cy="295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network. The capture was performed for a duration of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2905760"/>
            <a:ext cx="9551669" cy="299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approximately 10–15 minutes while performing normal internet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3289300"/>
            <a:ext cx="10190480" cy="300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activities such as browsing websites and using online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3674110"/>
            <a:ext cx="9535160" cy="299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After capturing, filters were applied to analyze specific types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4056379"/>
            <a:ext cx="431927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traffic such as DNS and TCP.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9710" y="341630"/>
            <a:ext cx="83947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400">
                <a:solidFill>
                  <a:srgbClr val="000000"/>
                </a:solidFill>
                <a:latin typeface="Aptos Display"/>
              </a:rPr>
              <a:t>SCREENSHOT OF PACKET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570" y="5730240"/>
            <a:ext cx="162941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000000"/>
                </a:solidFill>
                <a:latin typeface="Aptos"/>
              </a:rPr>
              <a:t>1. DNS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570" y="6004560"/>
            <a:ext cx="999490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The screenshot shows DNS packets captured using Wireshark. DNS (Domain Name System) is used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" y="6280150"/>
            <a:ext cx="973709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translate domain names into IP addresses, allowing communication between devices on a network.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" y="1041400"/>
            <a:ext cx="117348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20650"/>
            <a:ext cx="11544300" cy="435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5609" y="4701540"/>
            <a:ext cx="157607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000000"/>
                </a:solidFill>
                <a:latin typeface="Aptos"/>
              </a:rPr>
              <a:t>2. TCP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5609" y="4975860"/>
            <a:ext cx="1067943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The screenshot shows TCP packets captured using Wireshark. The communication follows the TCP three-way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609" y="5250180"/>
            <a:ext cx="11470640" cy="1917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handshake process (SYN, SYN-ACK, ACK), which is used to establish a reliable connection between the client and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9" y="5525770"/>
            <a:ext cx="91782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server. This ensures reliable data transmission and indicates normal network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82550"/>
            <a:ext cx="10934700" cy="416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3560" y="4662170"/>
            <a:ext cx="16243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000000"/>
                </a:solidFill>
                <a:latin typeface="Aptos"/>
              </a:rPr>
              <a:t>3. UDP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560" y="4935220"/>
            <a:ext cx="1110615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The screenshot shows UDP packets captured using Wireshark. UDP (User Datagram Protocol) is a connectionless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3560" y="5209540"/>
            <a:ext cx="1026287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protocol that sends data without establishing a connection. It is faster but less reliable, as it does not use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60" y="5483860"/>
            <a:ext cx="364744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acknowledgments or retransmission.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323850"/>
            <a:ext cx="10680700" cy="424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6870" y="4994910"/>
            <a:ext cx="1701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000000"/>
                </a:solidFill>
                <a:latin typeface="Aptos"/>
              </a:rPr>
              <a:t>4. HTTP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870" y="5267960"/>
            <a:ext cx="1069086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The screenshot shows HTTP packets captured using Wireshark. HTTP (HyperText Transfer Protocol) is used for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870" y="5542280"/>
            <a:ext cx="11341100" cy="1917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communication between a web browser and a web server. It works on port 80 and follows a request-response model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870" y="5815330"/>
            <a:ext cx="7058659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where the client sends a GET request and the server responds with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290" y="267970"/>
            <a:ext cx="6207760" cy="471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400">
                <a:solidFill>
                  <a:srgbClr val="000000"/>
                </a:solidFill>
                <a:latin typeface="Aptos Display"/>
              </a:rPr>
              <a:t>Suspicious Traffic Analysis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720" y="1197610"/>
            <a:ext cx="802893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ptos"/>
              </a:rPr>
              <a:t>During the analysis of captured packets, several observations were made: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720" y="1878330"/>
            <a:ext cx="1013714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rial"/>
              </a:rPr>
              <a:t>•</a:t>
            </a:r>
            <a:r>
              <a:rPr spc="-100" sz="2000">
                <a:solidFill>
                  <a:srgbClr val="000000"/>
                </a:solidFill>
                <a:latin typeface="Aptos"/>
              </a:rPr>
              <a:t> Multiple DNS queries were observed for domains such as google.com, ssl.gstatic.com,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320" y="2092960"/>
            <a:ext cx="5765800" cy="2146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ptos"/>
              </a:rPr>
              <a:t>play.google.com, indicating normal browsing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720" y="2771140"/>
            <a:ext cx="105156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rial"/>
              </a:rPr>
              <a:t>•</a:t>
            </a:r>
            <a:r>
              <a:rPr spc="-100" sz="2000">
                <a:solidFill>
                  <a:srgbClr val="000000"/>
                </a:solidFill>
                <a:latin typeface="Aptos"/>
              </a:rPr>
              <a:t> Repeated DNS requests to the same domains were detected, showing continuous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320" y="2987040"/>
            <a:ext cx="3529329" cy="2120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ptos"/>
              </a:rPr>
              <a:t>communication by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720" y="3666490"/>
            <a:ext cx="966597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rial"/>
              </a:rPr>
              <a:t>•</a:t>
            </a:r>
            <a:r>
              <a:rPr spc="-100" sz="2000">
                <a:solidFill>
                  <a:srgbClr val="000000"/>
                </a:solidFill>
                <a:latin typeface="Aptos"/>
              </a:rPr>
              <a:t> TCP retransmissions were identified, suggesting possible packet loss or network delay.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720" y="4347210"/>
            <a:ext cx="9828530" cy="2171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rial"/>
              </a:rPr>
              <a:t>•</a:t>
            </a:r>
            <a:r>
              <a:rPr spc="-100" sz="2000">
                <a:solidFill>
                  <a:srgbClr val="000000"/>
                </a:solidFill>
                <a:latin typeface="Aptos"/>
              </a:rPr>
              <a:t> A large amount of TLS-encrypted traffic over port 443 was observed, representing secure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320" y="4563110"/>
            <a:ext cx="5656580" cy="2120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ptos"/>
              </a:rPr>
              <a:t>communication that could not be deeply inspected.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720" y="5241290"/>
            <a:ext cx="87376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rial"/>
              </a:rPr>
              <a:t>•</a:t>
            </a:r>
            <a:r>
              <a:rPr spc="-100" sz="2000">
                <a:solidFill>
                  <a:srgbClr val="000000"/>
                </a:solidFill>
                <a:latin typeface="Aptos"/>
              </a:rPr>
              <a:t> Multicast DNS (mDNS) traffic indicated the presence of local network devices.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720" y="5923280"/>
            <a:ext cx="10845800" cy="2146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rial"/>
              </a:rPr>
              <a:t>•</a:t>
            </a:r>
            <a:r>
              <a:rPr spc="-100" sz="2000">
                <a:solidFill>
                  <a:srgbClr val="000000"/>
                </a:solidFill>
                <a:latin typeface="Aptos"/>
              </a:rPr>
              <a:t> Although no clearly malicious traffic was detected, the presence of retransmissions and repeated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320" y="6135370"/>
            <a:ext cx="7098030" cy="2171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Aptos"/>
              </a:rPr>
              <a:t>DNS queries highlights the importance of continuous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0190" y="1075690"/>
            <a:ext cx="3326130" cy="379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400">
                <a:solidFill>
                  <a:srgbClr val="000000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1530" y="2241550"/>
            <a:ext cx="9819640" cy="299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rial"/>
              </a:rPr>
              <a:t>•</a:t>
            </a:r>
            <a:r>
              <a:rPr spc="-100" sz="2750">
                <a:solidFill>
                  <a:srgbClr val="000000"/>
                </a:solidFill>
                <a:latin typeface="Aptos"/>
              </a:rPr>
              <a:t> This experiment helped in understanding how different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130" y="2623820"/>
            <a:ext cx="10083800" cy="298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protocols work in real-time. TCP provides reliable communication,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130" y="3007360"/>
            <a:ext cx="9564370" cy="298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UDP offers faster transmission without reliability, DNS resolves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30" y="3393440"/>
            <a:ext cx="9819640" cy="2832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domain names, and HTTP enables web communication between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130" y="3778250"/>
            <a:ext cx="2611120" cy="237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"/>
              </a:rPr>
              <a:t>client and server.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187960"/>
            <a:ext cx="5354320" cy="467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400">
                <a:solidFill>
                  <a:srgbClr val="000000"/>
                </a:solidFill>
                <a:latin typeface="Aptos Display"/>
              </a:rPr>
              <a:t>Packet Analysis output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5788660"/>
            <a:ext cx="11155680" cy="1917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From the output, we can observe different source and destination IP addresses. The protocol field shows TCP/UDP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310" y="6062980"/>
            <a:ext cx="10387330" cy="1917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communication. Some multicast addresses were also observed, which are part of normal network activity.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09650"/>
            <a:ext cx="5969000" cy="4400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850" y="1009650"/>
            <a:ext cx="5975350" cy="4400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